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notesMaster" Target="notesMasters/notesMaster1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 briefly about dataset origin and goals: familiarize audience with penguins dataset and analysis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Mention missing values and column meanings (bill_length_mm, bill_depth_mm, flipper_length_mm, body_mass_g, species, island, sex).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Highlight key moments: mean body mass ~4200g, typical flipper length ~200mm.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how missing data was handled (dropped in some plots via dropna()). Mention impact on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out visible clusters and suggest follow-up analyses (regression, clustering, environmental covariates).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pairplot interpretation and its usefulness for feature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Comment on potential skewness/outliers and options (log-transform, species separation).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on bandwidth selection and what distribution overlap implies for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 statistical tests to confirm significance (ANOVA, Kruskal-Wallis).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Suggest stratifying by sex/island to find subgroups.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out density and overlap; mention jitter.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swarmplot benefit for small-to-moderate sample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 PCA or removing collinear features before regression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Mention sample sizes: Adelie ~152, Gentoo ~124, Chinstrap ~68.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Suggest mapping or spatial analysis if coordinates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 including sex as covariate in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Highlight islands with single-species dominance (e.g., Gentoo on Biscoe).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this cross-tab: Chinstrap observed only on Dream; Gentoo on Biscoe mostly.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 differences in mean body mass across species/islands and possible ecological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Summarize findings and propose next steps (modeling, environmental covariates, conservation implications).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Penguins Dataset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Auto-generated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2025-12-23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Penguins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presentation summarizes exploratory analysis and visualizations of the Palmer Penguins dataset. Images and tables are included.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Sample (Top 10 rows)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following table shows the first 10 rows of the dataset.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 to computed descriptive statistics (mean, std, quartiles) for numeric features.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Missing Data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 of missing values by column (bill_length_mm:2, bill_depth_mm:2, flipper_length_mm:2, body_mass_g:2, sex:11).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Bill length vs Bill depth by Species</a:t>
            </a:r>
          </a:p>
        </p:txBody>
      </p:sp>
      <p:pic>
        <p:nvPicPr>
          <p:cNvPr descr="output/scatter_bi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부리 길이와 부리 깊이의 산점도는 각 종(species)별로 뚜렷한 분포 차이를 보여준다. 특히 Adélie, Chinstrap, Gentoo 간의 클러스터가 관찰된다. 추가적인 군집분석이 권장된다.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Pairplot (numeric)</a:t>
            </a:r>
          </a:p>
        </p:txBody>
      </p:sp>
      <p:pic>
        <p:nvPicPr>
          <p:cNvPr descr="output/pai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2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쌍분석 플롯은 변수 간 관계를 보여주며, flipper_length_mm와 body_mass_g 사이의 강한 양의 상관관계를 확인할 수 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Histogram of body_mass_g</a:t>
            </a:r>
          </a:p>
        </p:txBody>
      </p:sp>
      <p:pic>
        <p:nvPicPr>
          <p:cNvPr descr="output/hist_body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체중 분포는 종별로 중심값 차이를 가지며, Gentoo의 체중대가 높은 경향을 보인다.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KDE of body_mass_g by Species</a:t>
            </a:r>
          </a:p>
        </p:txBody>
      </p:sp>
      <p:pic>
        <p:nvPicPr>
          <p:cNvPr descr="output/kde_body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KDE로 종별 체중 분포의 중첩과 분리를 확인할 수 있으며, 일부 종은 분포가 명확히 구분된다.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Body mass by Species (boxplot)</a:t>
            </a:r>
          </a:p>
        </p:txBody>
      </p:sp>
      <p:pic>
        <p:nvPicPr>
          <p:cNvPr descr="output/boxplot_body_mass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상자그림은 중앙값과 사분위수 차이를 보여주며, 이상치 존재를 확인할 수 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Flipper length by Species (violin)</a:t>
            </a:r>
          </a:p>
        </p:txBody>
      </p:sp>
      <p:pic>
        <p:nvPicPr>
          <p:cNvPr descr="output/violin_flipper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바이올린 플롯을 통해 분포의 형태(다봉성 등)를 파악할 수 있으며, 종내 이형성이 존재할 수 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Bill length by Species (stripplot)</a:t>
            </a:r>
          </a:p>
        </p:txBody>
      </p:sp>
      <p:pic>
        <p:nvPicPr>
          <p:cNvPr descr="output/strip_bill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스트립플롯은 개별 관측치 분포를 보여주며 이상치 식별에 유용하다.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Bill depth by Species (swarmplot)</a:t>
            </a:r>
          </a:p>
        </p:txBody>
      </p:sp>
      <p:pic>
        <p:nvPicPr>
          <p:cNvPr descr="output/swarm_bill_dep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스웜플롯으로 각 종의 분포 밀도를 명확히 파악할 수 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Correlation heatmap (numeric features)</a:t>
            </a:r>
          </a:p>
        </p:txBody>
      </p:sp>
      <p:pic>
        <p:nvPicPr>
          <p:cNvPr descr="output/heatmap_cor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6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숫자형 변수 간 상관관계를 확인하여 변수 selection 시 다중공선성 여부를 검토한다.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Counts per Species</a:t>
            </a:r>
          </a:p>
        </p:txBody>
      </p:sp>
      <p:pic>
        <p:nvPicPr>
          <p:cNvPr descr="output/bar_species_cou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종별 샘플 수 차이는 분석 시 가중치나 표본 균형을 고려해야 함을 시사한다.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Counts per Island</a:t>
            </a:r>
          </a:p>
        </p:txBody>
      </p:sp>
      <p:pic>
        <p:nvPicPr>
          <p:cNvPr descr="output/bar_island_cou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섬별 분포는 지리적 분산과 서식지 관련 요인을 반영할 수 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Counts per Sex</a:t>
            </a:r>
          </a:p>
        </p:txBody>
      </p:sp>
      <p:pic>
        <p:nvPicPr>
          <p:cNvPr descr="output/bar_sex_cou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성비 편향은 분석 결과의 해석에 영향을 줄 수 있으므로 통제 필요.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Stacked (percent) species by island</a:t>
            </a:r>
          </a:p>
        </p:txBody>
      </p:sp>
      <p:pic>
        <p:nvPicPr>
          <p:cNvPr descr="output/stacked_species_isl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</a:p>
          <a:p>
            <a:pPr lvl="0" indent="0" marL="0">
              <a:buNone/>
            </a:pPr>
            <a:r>
              <a:rPr/>
              <a:t>섬별 종 구성 비율은 서식지 차이를 드러내며 보전 우선순위 설정에 참고될 수 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Species vs Island Cross-tab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Pivot: Mean body_mass_g by species and island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3709.66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3688.39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3706.37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3733.09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5076.02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Species show clear morphological separations in several measurements; consider using these for classification models.</a:t>
            </a:r>
          </a:p>
          <a:p>
            <a:pPr lvl="0"/>
            <a:r>
              <a:rPr/>
              <a:t>Address missing sex values and sample size imbalances before inferential analyses.</a:t>
            </a:r>
          </a:p>
          <a:p>
            <a:pPr lvl="0"/>
            <a:r>
              <a:rPr/>
              <a:t>For publication-quality figures, install appropriate Korean fonts if needed and fine-tune styles.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Penguins Dataset Presentation</dc:title>
  <dc:creator>Auto-generated</dc:creator>
  <cp:keywords/>
  <dcterms:created xsi:type="dcterms:W3CDTF">2025-12-23T13:18:45Z</dcterms:created>
  <dcterms:modified xsi:type="dcterms:W3CDTF">2025-12-23T13:18:45Z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2025-12-23</vt:lpwstr>
  </property>
</Properties>
</file>